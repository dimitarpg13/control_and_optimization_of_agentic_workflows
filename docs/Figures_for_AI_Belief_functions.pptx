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72" d="100"/>
          <a:sy n="172" d="100"/>
        </p:scale>
        <p:origin x="-2472" y="-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D2A3-3F50-38DC-21CC-EC6F7560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5ACA9-8887-8C61-37FB-A1B240631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C03B7-8A6E-BA53-2ECB-C739FA61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73FF0-A456-1911-1E0A-7D0A7031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31641-1159-86D6-70E8-5CF8478E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7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36D4-EE30-17D8-C127-65804CFF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9B2C-D407-4D77-FB66-4B6ACE391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36F4A-9E9E-902B-3861-941B1F5E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DB9D-5019-DBDA-38FC-C85129EA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919F2-F0C9-F858-AE7F-A0F26DA3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1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EA172-1112-86AD-D51A-9EF9678A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C75C6-F394-3408-518A-00C6AA83A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A20EB-41C0-7927-37F9-B702966C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3A2B-E19F-2EA9-065B-CF657776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3C1B-EF67-FE4C-A44F-A2C7B9CC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9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8179-5E4F-8036-FD1D-663574C8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9228-B4CB-6149-B805-9E8D57C35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9CD6E-E4B8-BFC5-D258-997BFD97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6CCD3-2346-ECB9-8327-79F2B489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EE0D3-4236-985E-4533-0A53A449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7F489-AFD5-B9B4-1627-45D789CA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5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803E-F0F0-FECB-A2F1-37C9E819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38D00-4646-A886-136A-91E1423EF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84F4C-6112-2BEB-1174-B34EC1BC7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489FE-D720-5DDA-1A56-13FDC3EE3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489B3-0619-EBE0-F63C-48269DFE7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67DA2-BBDF-AA05-F7B7-41ACDF2D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85D80A-BFF7-CFC2-F545-85B0470B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EBABE-3895-0986-C41B-A1F4011C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D8D4-DE3D-C314-0023-AA2D16D99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A3CC5-5D08-B783-D1DE-C6BD4A48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F1F99-74E8-DF47-ABD7-0DD793B6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610CF-7048-C8E3-18E0-9A537E0D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7FD6D-F056-BA2C-F1B7-B4BB778B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FBA1B-1B96-BD4D-C531-D45D8ED6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1EF6B-846B-0308-42A5-4DA5B29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9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01D4-81EF-1E62-BB23-CBDA3E53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7E1D-7AB3-C9CE-C10A-EDBC1FD9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9F58F-BCE9-9612-B5C7-315F9EEE7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D1E6F-B82B-51E2-2FBA-FB146EDE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E6952-73FC-6DF2-AA34-59BA1A7F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10614-47CB-722E-AB8E-91EC35D0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3D04-0121-4E64-DB6A-FAE4F464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50EB0-E009-68DE-856F-B1BFF4DDA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DB233-CDCC-9430-DA7A-1C74B7109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88C91-F821-A386-ED4D-9102944B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B33B5-39FF-B66F-EAC5-12931EB8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D5230-B1FE-BFFC-070E-F520A9AF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2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B348-6F77-D8AD-890C-7B0EA166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7816A-CD5B-8AFF-EAD5-63BF2D583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CF908-07C2-7B8F-DD1E-C1A43268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1590D-2838-AAB7-A8FD-41B4852E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75441-14F5-A8FB-D63B-F45936F8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1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A84080-9164-FE23-6C96-3B3EE1DBA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AC056-7875-C9DF-133C-C7E825C21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0610C-747B-1DC8-AF58-DF82738C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D8E4C-6D02-86AC-CA97-DFA85F7B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B85C4-A90C-C7E8-FA43-8EACF6D5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6647F-E3EC-6872-7D6E-A8CD26DF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89BFB-A3CB-BFE9-6CBB-C41B490E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AB4A6-7931-7BDF-CF70-5895C36EF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C9257-F5B1-4F4A-B873-273F4C6E18CE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55827-F344-4D84-AB90-4D3AB6CBA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B743-7302-DAB8-F8A1-FF31659D1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9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2314AA-C12C-CD4A-3BEF-D1B2302F1541}"/>
              </a:ext>
            </a:extLst>
          </p:cNvPr>
          <p:cNvSpPr/>
          <p:nvPr/>
        </p:nvSpPr>
        <p:spPr>
          <a:xfrm>
            <a:off x="3432313" y="1865082"/>
            <a:ext cx="1501914" cy="635633"/>
          </a:xfrm>
          <a:prstGeom prst="rect">
            <a:avLst/>
          </a:prstGeom>
          <a:solidFill>
            <a:schemeClr val="accent1">
              <a:alpha val="37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Belief Revision Function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54BB79-B394-4C94-77BF-71F73F32664C}"/>
              </a:ext>
            </a:extLst>
          </p:cNvPr>
          <p:cNvSpPr/>
          <p:nvPr/>
        </p:nvSpPr>
        <p:spPr>
          <a:xfrm>
            <a:off x="5349461" y="1851358"/>
            <a:ext cx="1170609" cy="670972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Beliefs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D18F9E-9434-8A76-F37C-703515E7428B}"/>
              </a:ext>
            </a:extLst>
          </p:cNvPr>
          <p:cNvSpPr/>
          <p:nvPr/>
        </p:nvSpPr>
        <p:spPr>
          <a:xfrm>
            <a:off x="7087705" y="1839284"/>
            <a:ext cx="1501914" cy="635633"/>
          </a:xfrm>
          <a:prstGeom prst="rect">
            <a:avLst/>
          </a:prstGeom>
          <a:solidFill>
            <a:schemeClr val="accent1">
              <a:alpha val="37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Option Generation Function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BE987B-001D-93C5-EB50-BB14D48713E3}"/>
              </a:ext>
            </a:extLst>
          </p:cNvPr>
          <p:cNvSpPr/>
          <p:nvPr/>
        </p:nvSpPr>
        <p:spPr>
          <a:xfrm>
            <a:off x="5349461" y="2957915"/>
            <a:ext cx="1170609" cy="670972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Desires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8EBEB7-5535-AFE7-0997-62BA5FE18BAF}"/>
              </a:ext>
            </a:extLst>
          </p:cNvPr>
          <p:cNvSpPr/>
          <p:nvPr/>
        </p:nvSpPr>
        <p:spPr>
          <a:xfrm>
            <a:off x="5413514" y="4064472"/>
            <a:ext cx="1170609" cy="670972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Intentions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DA1C6B-68DA-4D93-1B3C-8DFC424D7A99}"/>
              </a:ext>
            </a:extLst>
          </p:cNvPr>
          <p:cNvSpPr/>
          <p:nvPr/>
        </p:nvSpPr>
        <p:spPr>
          <a:xfrm>
            <a:off x="3432313" y="4082141"/>
            <a:ext cx="1501914" cy="635633"/>
          </a:xfrm>
          <a:prstGeom prst="rect">
            <a:avLst/>
          </a:prstGeom>
          <a:solidFill>
            <a:schemeClr val="accent1">
              <a:alpha val="37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5F1B9-4A37-4C8E-53AA-C43F80216E3E}"/>
              </a:ext>
            </a:extLst>
          </p:cNvPr>
          <p:cNvSpPr/>
          <p:nvPr/>
        </p:nvSpPr>
        <p:spPr>
          <a:xfrm>
            <a:off x="7087705" y="4082141"/>
            <a:ext cx="1501914" cy="635633"/>
          </a:xfrm>
          <a:prstGeom prst="rect">
            <a:avLst/>
          </a:prstGeom>
          <a:solidFill>
            <a:schemeClr val="accent1">
              <a:alpha val="37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Action Selection Function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5ED42694-C258-4778-D6D4-7EE037DB811C}"/>
              </a:ext>
            </a:extLst>
          </p:cNvPr>
          <p:cNvCxnSpPr>
            <a:stCxn id="5" idx="0"/>
            <a:endCxn id="4" idx="0"/>
          </p:cNvCxnSpPr>
          <p:nvPr/>
        </p:nvCxnSpPr>
        <p:spPr>
          <a:xfrm rot="16200000" flipH="1" flipV="1">
            <a:off x="5052156" y="982472"/>
            <a:ext cx="13724" cy="1751496"/>
          </a:xfrm>
          <a:prstGeom prst="bentConnector3">
            <a:avLst>
              <a:gd name="adj1" fmla="val -16656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00BCEB25-4B88-A072-6275-3F6161176905}"/>
              </a:ext>
            </a:extLst>
          </p:cNvPr>
          <p:cNvCxnSpPr>
            <a:cxnSpLocks/>
            <a:stCxn id="5" idx="4"/>
          </p:cNvCxnSpPr>
          <p:nvPr/>
        </p:nvCxnSpPr>
        <p:spPr>
          <a:xfrm rot="5400000">
            <a:off x="4754218" y="1483138"/>
            <a:ext cx="141357" cy="221974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30BEF7-9A9B-01C5-1C1B-FE6FC6A86808}"/>
              </a:ext>
            </a:extLst>
          </p:cNvPr>
          <p:cNvCxnSpPr/>
          <p:nvPr/>
        </p:nvCxnSpPr>
        <p:spPr>
          <a:xfrm>
            <a:off x="3715026" y="2659270"/>
            <a:ext cx="0" cy="1422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F1042B58-6E49-BA57-66B1-1CBE406CFC64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6645215" y="1764468"/>
            <a:ext cx="482998" cy="1903896"/>
          </a:xfrm>
          <a:prstGeom prst="bentConnector3">
            <a:avLst>
              <a:gd name="adj1" fmla="val 610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55B456D5-C794-8F96-E002-05241B0B6527}"/>
              </a:ext>
            </a:extLst>
          </p:cNvPr>
          <p:cNvCxnSpPr>
            <a:stCxn id="8" idx="0"/>
          </p:cNvCxnSpPr>
          <p:nvPr/>
        </p:nvCxnSpPr>
        <p:spPr>
          <a:xfrm rot="5400000" flipH="1" flipV="1">
            <a:off x="6930797" y="2859112"/>
            <a:ext cx="273383" cy="213733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95E7B8-869D-BB4A-FEF4-B460B06C977B}"/>
              </a:ext>
            </a:extLst>
          </p:cNvPr>
          <p:cNvCxnSpPr/>
          <p:nvPr/>
        </p:nvCxnSpPr>
        <p:spPr>
          <a:xfrm flipV="1">
            <a:off x="8129483" y="2474917"/>
            <a:ext cx="0" cy="1316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15F9CE7-513A-9582-5A51-EA9B7B342BCE}"/>
              </a:ext>
            </a:extLst>
          </p:cNvPr>
          <p:cNvCxnSpPr>
            <a:stCxn id="4" idx="3"/>
            <a:endCxn id="5" idx="2"/>
          </p:cNvCxnSpPr>
          <p:nvPr/>
        </p:nvCxnSpPr>
        <p:spPr>
          <a:xfrm>
            <a:off x="4934227" y="2182899"/>
            <a:ext cx="415234" cy="3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94AEE4-0088-1B8D-9E01-DF57AEF8AB3E}"/>
              </a:ext>
            </a:extLst>
          </p:cNvPr>
          <p:cNvCxnSpPr>
            <a:cxnSpLocks/>
            <a:stCxn id="5" idx="6"/>
          </p:cNvCxnSpPr>
          <p:nvPr/>
        </p:nvCxnSpPr>
        <p:spPr>
          <a:xfrm flipV="1">
            <a:off x="6520070" y="2182898"/>
            <a:ext cx="567635" cy="3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3A046A08-0380-C47D-E8F7-48A52BB568C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10800000" flipV="1">
            <a:off x="4183271" y="3293401"/>
            <a:ext cx="1166191" cy="7887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79DEE11-AFCE-C6D4-B9F2-B19DA82819A3}"/>
              </a:ext>
            </a:extLst>
          </p:cNvPr>
          <p:cNvCxnSpPr/>
          <p:nvPr/>
        </p:nvCxnSpPr>
        <p:spPr>
          <a:xfrm flipV="1">
            <a:off x="5806966" y="3791089"/>
            <a:ext cx="0" cy="291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7B386A-1DF6-BF2B-EB5B-5D342609796F}"/>
              </a:ext>
            </a:extLst>
          </p:cNvPr>
          <p:cNvCxnSpPr/>
          <p:nvPr/>
        </p:nvCxnSpPr>
        <p:spPr>
          <a:xfrm flipH="1">
            <a:off x="4635062" y="3791089"/>
            <a:ext cx="1171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1AE6AF-113F-04E5-E70C-16A737C4316B}"/>
              </a:ext>
            </a:extLst>
          </p:cNvPr>
          <p:cNvCxnSpPr/>
          <p:nvPr/>
        </p:nvCxnSpPr>
        <p:spPr>
          <a:xfrm>
            <a:off x="4635062" y="3791089"/>
            <a:ext cx="0" cy="291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A80F96-4B7B-46CB-0BB6-1600C3287CA4}"/>
              </a:ext>
            </a:extLst>
          </p:cNvPr>
          <p:cNvCxnSpPr>
            <a:stCxn id="9" idx="3"/>
            <a:endCxn id="8" idx="2"/>
          </p:cNvCxnSpPr>
          <p:nvPr/>
        </p:nvCxnSpPr>
        <p:spPr>
          <a:xfrm>
            <a:off x="4934227" y="4399958"/>
            <a:ext cx="4792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C978B2-2EFF-66AC-731C-81B638974218}"/>
              </a:ext>
            </a:extLst>
          </p:cNvPr>
          <p:cNvCxnSpPr>
            <a:stCxn id="8" idx="6"/>
            <a:endCxn id="10" idx="1"/>
          </p:cNvCxnSpPr>
          <p:nvPr/>
        </p:nvCxnSpPr>
        <p:spPr>
          <a:xfrm>
            <a:off x="6584123" y="4399958"/>
            <a:ext cx="5035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2BDC2F-8DD5-CCD2-1121-FAEB51348ABE}"/>
              </a:ext>
            </a:extLst>
          </p:cNvPr>
          <p:cNvCxnSpPr>
            <a:stCxn id="10" idx="3"/>
          </p:cNvCxnSpPr>
          <p:nvPr/>
        </p:nvCxnSpPr>
        <p:spPr>
          <a:xfrm flipV="1">
            <a:off x="8589619" y="4399957"/>
            <a:ext cx="4702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D8372B0-3382-2956-05B8-AE48B21794BC}"/>
              </a:ext>
            </a:extLst>
          </p:cNvPr>
          <p:cNvSpPr txBox="1"/>
          <p:nvPr/>
        </p:nvSpPr>
        <p:spPr>
          <a:xfrm>
            <a:off x="8578054" y="4117939"/>
            <a:ext cx="963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Actual Output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6FF990-0D44-0125-EE89-FE3CA16E12BF}"/>
              </a:ext>
            </a:extLst>
          </p:cNvPr>
          <p:cNvCxnSpPr/>
          <p:nvPr/>
        </p:nvCxnSpPr>
        <p:spPr>
          <a:xfrm>
            <a:off x="2819363" y="2182898"/>
            <a:ext cx="612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F532F3E-AE9C-D7E4-8AA9-8176AFD047ED}"/>
              </a:ext>
            </a:extLst>
          </p:cNvPr>
          <p:cNvSpPr txBox="1"/>
          <p:nvPr/>
        </p:nvSpPr>
        <p:spPr>
          <a:xfrm>
            <a:off x="2604958" y="2218696"/>
            <a:ext cx="8867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Sensor Input</a:t>
            </a:r>
          </a:p>
        </p:txBody>
      </p:sp>
    </p:spTree>
    <p:extLst>
      <p:ext uri="{BB962C8B-B14F-4D97-AF65-F5344CB8AC3E}">
        <p14:creationId xmlns:p14="http://schemas.microsoft.com/office/powerpoint/2010/main" val="123827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3884</TotalTime>
  <Words>17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Dimitar Gueorguiev</dc:creator>
  <cp:lastModifiedBy>Dimitar Gueorguiev</cp:lastModifiedBy>
  <cp:revision>5</cp:revision>
  <dcterms:created xsi:type="dcterms:W3CDTF">2026-02-14T21:50:04Z</dcterms:created>
  <dcterms:modified xsi:type="dcterms:W3CDTF">2026-02-19T00:31:28Z</dcterms:modified>
</cp:coreProperties>
</file>